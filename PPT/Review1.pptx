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73" r:id="rId9"/>
    <p:sldId id="270" r:id="rId10"/>
    <p:sldId id="263" r:id="rId11"/>
    <p:sldId id="264" r:id="rId12"/>
    <p:sldId id="267" r:id="rId13"/>
    <p:sldId id="268" r:id="rId14"/>
    <p:sldId id="269" r:id="rId15"/>
    <p:sldId id="272" r:id="rId16"/>
    <p:sldId id="271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40593-018-00173-9" TargetMode="External"/><Relationship Id="rId2" Type="http://schemas.openxmlformats.org/officeDocument/2006/relationships/hyperlink" Target="https://doi.org/10.17485/IJST/v18i25.760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ournals.mriindi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594" y="1498923"/>
            <a:ext cx="11842810" cy="4625069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US" sz="3200" dirty="0">
                <a:solidFill>
                  <a:schemeClr val="accent2"/>
                </a:solidFill>
              </a:rPr>
              <a:t>SkillNect – Smart Career Guidance and Development App</a:t>
            </a:r>
            <a:endParaRPr lang="en-IN" sz="1400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32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1316" y="-203185"/>
            <a:ext cx="64294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b="1" dirty="0">
              <a:solidFill>
                <a:srgbClr val="0070C0"/>
              </a:solidFill>
            </a:endParaRPr>
          </a:p>
          <a:p>
            <a:pPr algn="ctr"/>
            <a:endParaRPr lang="en-IN" sz="2400" b="1" dirty="0">
              <a:solidFill>
                <a:srgbClr val="0070C0"/>
              </a:solidFill>
            </a:endParaRPr>
          </a:p>
          <a:p>
            <a:pPr algn="ctr"/>
            <a:endParaRPr lang="en-IN" sz="2400" b="1" dirty="0">
              <a:solidFill>
                <a:srgbClr val="0070C0"/>
              </a:solidFill>
            </a:endParaRPr>
          </a:p>
          <a:p>
            <a:pPr algn="ctr"/>
            <a:r>
              <a:rPr lang="en-IN" sz="2400" b="1" dirty="0">
                <a:solidFill>
                  <a:srgbClr val="0070C0"/>
                </a:solidFill>
              </a:rPr>
              <a:t>Review-1</a:t>
            </a:r>
          </a:p>
        </p:txBody>
      </p:sp>
      <p:pic>
        <p:nvPicPr>
          <p:cNvPr id="2" name="image5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1267" y="66996"/>
            <a:ext cx="6429465" cy="897296"/>
          </a:xfrm>
          <a:prstGeom prst="rect">
            <a:avLst/>
          </a:prstGeom>
        </p:spPr>
      </p:pic>
      <p:sp>
        <p:nvSpPr>
          <p:cNvPr id="4" name="Subtitle 2"/>
          <p:cNvSpPr txBox="1"/>
          <p:nvPr/>
        </p:nvSpPr>
        <p:spPr>
          <a:xfrm>
            <a:off x="313899" y="2988860"/>
            <a:ext cx="11273050" cy="2902619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fi-FI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D.VENKATA RAVI KUMAR, M.TECH.,(Ph.D)  ASSISTANT PROFESSOR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								</a:t>
            </a:r>
          </a:p>
          <a:p>
            <a:pPr algn="l"/>
            <a:r>
              <a:rPr lang="en-US" sz="4000" dirty="0"/>
              <a:t>22MH1A05B5   KUDIPUDI JYOTHI</a:t>
            </a:r>
          </a:p>
          <a:p>
            <a:pPr algn="l"/>
            <a:r>
              <a:rPr lang="en-US" sz="4000" dirty="0"/>
              <a:t>22MH1A0589    BIKASH PRASAD YADAV </a:t>
            </a:r>
          </a:p>
          <a:p>
            <a:pPr algn="l"/>
            <a:r>
              <a:rPr lang="en-US" sz="4000" dirty="0"/>
              <a:t>22MH1A05E3    SHIVANAND PRASAD KUSHWAHA</a:t>
            </a:r>
          </a:p>
          <a:p>
            <a:pPr algn="l"/>
            <a:r>
              <a:rPr lang="en-US" sz="4000" dirty="0"/>
              <a:t>22MH1A0597    DASI KARTHEEK </a:t>
            </a:r>
          </a:p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831" y="956479"/>
            <a:ext cx="11791886" cy="5901521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5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50809" y="59183"/>
            <a:ext cx="6429465" cy="89729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944274"/>
              </p:ext>
            </p:extLst>
          </p:nvPr>
        </p:nvGraphicFramePr>
        <p:xfrm>
          <a:off x="989045" y="1492897"/>
          <a:ext cx="9276744" cy="498921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276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733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CONTENT 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116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Existed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defRPr/>
                      </a:pPr>
                      <a:r>
                        <a:rPr lang="en-IN" sz="1800" b="0" dirty="0"/>
                        <a:t>Purposed System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Comparative Table: Existing </a:t>
                      </a:r>
                      <a:r>
                        <a:rPr lang="en-US"/>
                        <a:t>vs Proposed </a:t>
                      </a:r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Findings from Reference Papers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Application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Novelty and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Implementation details &amp; RoadMap/Blueprint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829" y="504967"/>
            <a:ext cx="10879494" cy="5886955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ABSTRACT: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SkillNect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web and mobile application that helps students and professionals plan, build, and track their career growth. The platform includes various career development tools like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evaluation, career roadmap creation, skill-building, and interview preparation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 in one system. Users can upload resumes for professional feedback, find personalized learning paths, and track their skill progress through interactive dashboards.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technical skills, SkillNect focuses on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and communication skills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exercises to boost confidence, clarity, and presentation. The application features a mock interview tool that mimics real interview situations and provides performance feedback. Built with modern web, mobile, and cloud technologies, SkillNect delivers a smooth and scalable experience, acting as a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digital career companion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guides users toward their professional goals.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208" y="559838"/>
            <a:ext cx="13202816" cy="6298162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INTRODUCTION: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SkillNect is a smart career guidance and development platform designed for students and professionals.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offers both web and mobile access, making career planning simple and easily accessible.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platform helps users analyze their strengths and build a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growth roadmap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includes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resume evaluation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job readiness and profile quality.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Users can improve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communication skills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structured learning modules.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Mock interview simulations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provided to boost confidence and prepare for real-world interviews.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system allows users to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progress, skill milestones, and job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place.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is built with Spring Boot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robust, secure, and efficient operations.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is developed using React (web)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(mobile)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seamless user experience.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platform is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on AWS Cloud,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scalability, high performance, and real-time access.</a:t>
            </a: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273" y="509424"/>
            <a:ext cx="11364686" cy="6161964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r>
              <a:rPr lang="en-IN" b="1" dirty="0"/>
              <a:t>4.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Resume Evaluation: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module that provides personalized suggestions and improves job-readiness.</a:t>
            </a: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Career Roadmap: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limitations in traditional career guidance by offering a structured roadmap, skill tracking, and course recommendations.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Web &amp; Mobile Interface: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intuitive platform that allows users to access all career tools in a single application.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Personality &amp; Interview Features: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exercises like personality development tasks and AI mock interviews for overall professional growth.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6571" y="573206"/>
            <a:ext cx="11383347" cy="5818716"/>
          </a:xfrm>
        </p:spPr>
        <p:txBody>
          <a:bodyPr>
            <a:normAutofit fontScale="50000" lnSpcReduction="20000"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EXISTED SYSTEM </a:t>
            </a: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Existing System: 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career guidance solutions are fragmented across multiple platforms. Users rely on separate tools for resume evaluation, online courses, mock interviews, and job tracking. This leads to a lack of structured guidance, no unified progress tracking, and limited feedback on personal and communication skills. Traditional methods like offline career counseling or workshops are time-consuming, not personalized, and less interactive.</a:t>
            </a:r>
          </a:p>
          <a:p>
            <a:pPr algn="just"/>
            <a:endParaRPr lang="en-US" sz="33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 Used:</a:t>
            </a:r>
          </a:p>
          <a:p>
            <a:pPr algn="l"/>
            <a:endParaRPr lang="en-US" sz="4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web applications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resume parsing and keyword matching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conferencing platforms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(Zoom, Google Meet) for mock interviews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systems (LMS)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Coursera, Udemy, and edX for skill development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Spreadsheets or offline methods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tracking job applications and progress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AI integration or cloud services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analytics, storage, or automation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</a:t>
            </a:r>
          </a:p>
          <a:p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224" y="690465"/>
            <a:ext cx="11496196" cy="6372808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IN" sz="9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 PROPOSED SYSTEM  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Proposed System: 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SkillNect is a unified web and mobile application that provides end-to-end career guidance for students and professionals. The system integrates multiple modules in a single platform: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Analyzer &amp; ATS Score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resumes, the system analyzes keywords, formatting, and generates an ATS compatibility score with improvement suggestions.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Roadmap &amp; Course Recommendations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select career goals; AI generates a learning roadmap with skill, course, and project recommendations.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Personality &amp; Communication Development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take quizzes or record interactions; system evaluates confidence, clarity, and body language, suggesting exercises.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Mock Interviews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attempt video or text interviews; AI evaluates performance and provides feedback and scores.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&amp; Skill Tracker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track applied companies, skill progress, and milestones, with reminders for tasks.</a:t>
            </a: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are connected through a </a:t>
            </a:r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dashboard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summarizes progress, scores, and recommendations. The system ensures </a:t>
            </a:r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experience.</a:t>
            </a:r>
          </a:p>
          <a:p>
            <a:pPr algn="just"/>
            <a:endParaRPr lang="en-US" sz="6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B7B10C-38A4-8B2C-7AB3-5B994661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E6066-9264-DAD1-6697-0A86A7AE3B99}"/>
              </a:ext>
            </a:extLst>
          </p:cNvPr>
          <p:cNvSpPr txBox="1"/>
          <p:nvPr/>
        </p:nvSpPr>
        <p:spPr>
          <a:xfrm>
            <a:off x="541176" y="821093"/>
            <a:ext cx="1067422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 Used:</a:t>
            </a:r>
          </a:p>
          <a:p>
            <a:pPr algn="just"/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(Web), React Native (Mobile)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(REST APIs)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MongoDB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(EC2 for hosting, S3 for file storage, RDS for database)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 Tools: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or custom AI modules for resume analysis, personality evaluation, and mock interview feedback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92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425" y="-85725"/>
            <a:ext cx="3686175" cy="864870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IN" altLang="en-US" sz="2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LOWGRAPH: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527" y="864870"/>
            <a:ext cx="9271452" cy="5479946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74345"/>
            <a:ext cx="11869420" cy="5917565"/>
          </a:xfrm>
        </p:spPr>
        <p:txBody>
          <a:bodyPr>
            <a:normAutofit/>
          </a:bodyPr>
          <a:lstStyle/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TABLE: EXISTING VS PROPOSED SYSTEMS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3619982"/>
              </p:ext>
            </p:extLst>
          </p:nvPr>
        </p:nvGraphicFramePr>
        <p:xfrm>
          <a:off x="849086" y="1810139"/>
          <a:ext cx="9526557" cy="4405275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7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Feature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Existing System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Proposed System (SkillNect)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Resume Evaluation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Basic keyword matching; limited feedback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AI-assisted resume analysis with personalized suggestions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Career Guidance / Roadmap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Fragmented guidance across multiple platforms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Unified career roadmap with courses, projects, and skill tracking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Personality &amp; Communication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Rarely addressed; offline workshops only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Integrated personality quizzes, communication exercises, and progress tracking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Mock Interviews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Manual video calls; limited feedback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AI-powered mock interviews with detailed scoring and improvement suggestions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Job &amp; Skill Tracking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Manual tracking using spreadsheets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Automated job and skill tracker with reminders and dashboards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2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Tools / Technologies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Basic web apps, LMS (Coursera, Udemy), Zoom/Meet, spreadsheets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React (Web), React Native (Mobile), Spring Boot, MySQL/MongoDB, AWS, AI modules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Advantages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Easy to access individual tools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All-in-one platform, personalized guidance, progress tracking, AI feedback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Limitations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 integration, limited feedback, time-consuming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Requires initial setup, learning curve for AI features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792" y="370390"/>
            <a:ext cx="11591653" cy="5994236"/>
          </a:xfrm>
        </p:spPr>
        <p:txBody>
          <a:bodyPr/>
          <a:lstStyle/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FINDINGS FROM REFERENCE PAPERS: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092906"/>
              </p:ext>
            </p:extLst>
          </p:nvPr>
        </p:nvGraphicFramePr>
        <p:xfrm>
          <a:off x="839755" y="1483567"/>
          <a:ext cx="10263674" cy="47244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1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1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Insights /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Real-Time Interview Simulation App with Voice Recognition and Facial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can evaluate user performance in interviews, analyzing speech, tone, and facial expressions to provide personalized feedback.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Predictor and Course Recommender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analytics and recommendation engines can guide students toward suitable courses and improve placement outcomes.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Inferring Students’ Personality from Their Communication Behavior in Web-Based Learning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patterns and behavior in online learning can be analyzed to infer personality traits, helping in soft skill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Revolutionizing Resume Building with Intelligent ATS Optimization to Boost Career Development and Employability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ATS-aware resume builders enhance employability by optimizing formatting, keywords, and content to match job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240" y="307910"/>
            <a:ext cx="10942955" cy="6367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9.</a:t>
            </a:r>
            <a:r>
              <a:rPr lang="en-IN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APPLICATIONS OF THE PROJECT: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 AND BENEFITS</a:t>
            </a:r>
            <a:r>
              <a:rPr lang="en-I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Planning for Students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identify suitable career paths based on their skills and interests.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structured roadmap with courses, projects, and milestones.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Optimization for Job Seekers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AI-assisted resume evaluation to improve formatting, keywords, and ATS compatibility.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chances of selection in campus and off-campus recruitment.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and Tracking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progress on technical and soft skills.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personalized courses and projects for skill enhancement.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Personality Improvement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exercises to enhance confidence, clarity, and body language.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Infers personality traits and suggests improvement strategies.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mock interviews simulate real-world scenarios.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detailed feedback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3" y="136524"/>
            <a:ext cx="11832609" cy="6721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10. </a:t>
            </a:r>
            <a:r>
              <a:rPr lang="en-IN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NOVELTY AND INNOVATION: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1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Originality and Improvements:</a:t>
            </a:r>
            <a:endParaRPr lang="en-US" sz="2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career guidance tools into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platform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(resume evaluation, roadmap, skill tracking, mock interviews, personality development).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modules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resume analysis, interview evaluation, and personalized recommendations.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soft skill development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rarely addressed together in existing systems.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 interface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accessibility and real-time progress tracking.</a:t>
            </a:r>
          </a:p>
          <a:p>
            <a:pPr marL="0" indent="0" algn="just">
              <a:buNone/>
            </a:pPr>
            <a:r>
              <a:rPr lang="en-US" sz="21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Add-ons and New Aspects Introduced:</a:t>
            </a:r>
            <a:endParaRPr lang="en-US" sz="2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Roadmaps: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Tailored to the user’s chosen job role or field.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Mock Interviews: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speech, confidence, and body language with actionable feedback.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&amp; Job Tracker: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Monitors skill milestones and job applications in one place.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&amp; Communication Exercises: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confidence, clarity, and presentation skills systematically.</a:t>
            </a:r>
          </a:p>
          <a:p>
            <a:pPr marL="0" indent="0">
              <a:buNone/>
            </a:pPr>
            <a:endParaRPr lang="en-I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90" y="625150"/>
            <a:ext cx="11625943" cy="623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DETAILS &amp; ROADMAP/BLUEPRINT: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t">
              <a:lnSpc>
                <a:spcPct val="90000"/>
              </a:lnSpc>
              <a:buNone/>
            </a:pPr>
            <a:r>
              <a:rPr lang="en-US" altLang="en-GB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 (PHASE 1 – Initialization Phase)</a:t>
            </a:r>
            <a:r>
              <a:rPr lang="en-I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“SkillNect – Smart Career Guidance and Development App” is currently in the initial planning and setup stage. In this phase, we have: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core objectives, modules, and scope of the project.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the tech stack for both web and mobile applications (Spring Boot for backend, React for frontend, Firebase/MongoDB for database).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initial datasets and reference materials for AI-assisted features like resume analysis and career recommendations.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basic system architecture and flow diagrams representing how different components interact.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building the prototype UI for user registration and authentication pages.</a:t>
            </a:r>
          </a:p>
          <a:p>
            <a:pPr algn="ctr"/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391886"/>
            <a:ext cx="10646228" cy="63821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IMPLEMENTATION</a:t>
            </a:r>
          </a:p>
          <a:p>
            <a:pPr marL="0" indent="0">
              <a:buNone/>
            </a:pPr>
            <a:endParaRPr lang="en-US" altLang="en-GB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 – Core Development Phase: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backend APIs for user profiles, career tracking, and roadmap generation.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database to store user data securely and efficiently.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the AI-based resume analysis engine to evaluate resumes based on ATS standards.</a:t>
            </a:r>
            <a:endParaRPr lang="en-US" altLang="en-GB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 – AI and Recommendation Integration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machine learning models to provide personalized career suggestions and skill improvement paths.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APIs for career roadmap visualization and performance tracking.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testing AI accuracy and model tuning for better user adaptability.</a:t>
            </a:r>
          </a:p>
          <a:p>
            <a:pPr marL="0" indent="0" algn="l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 – Frontend and Mobile Interface Development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responsive web and mobile interface for easy access.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interactive dashboards, mock interview modules, and progress tracking systems.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synchronization between the web and mobile versions for a seamless user experience.</a:t>
            </a:r>
          </a:p>
          <a:p>
            <a:pPr marL="0" indent="0" algn="l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 – Testing and Optimization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unit testing, integration testing, and system testing for all modules.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performance, fix bugs, and ensure data security and user authentication compliance.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AI recommendations with sample user data for reliability.</a:t>
            </a:r>
          </a:p>
          <a:p>
            <a:pPr marL="0" indent="0" algn="l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 – Deployment and Future Expansion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complete system on AWS Cloud with continuous integration and deployment (CI/CD) setup.</a:t>
            </a:r>
          </a:p>
          <a:p>
            <a:pPr marL="0" indent="0" algn="l">
              <a:buNone/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37" y="365125"/>
            <a:ext cx="10793963" cy="1771585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ROADMAP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1E3641-ED91-E1C2-05EF-C2CC05AA0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3" y="1548882"/>
            <a:ext cx="10599576" cy="4628081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1" y="294640"/>
            <a:ext cx="11043920" cy="609728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343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12. REFERENCES </a:t>
            </a:r>
            <a:r>
              <a:rPr lang="en-IN" sz="34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R. Jagtap, V. Kulkarni, Y. Pachorkar, O. Taur, S. Gupta, and U. Pujeri, “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Real-Time Interview Simulation App with Voice Recognition and Facial Analysis,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Journal of Science and Technology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25, pp. 2058–2066, Jul. 2025.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https://doi.org/10.17485/IJST/v18i25.760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P. Wadekar, Y. P. Pillai, M. U. Roy, and N. Phadnis, “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Predictor and Course Recommender System,”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Engineering and Technology (IRJET)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no. 3, pp. 3960, Mar. 2018.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Wu, L. Chen, Q. Yang, and Y. Li,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“Inferring Students’ Personality from Their Communication Behavior in Web-based Learning Systems,”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Artificial Intelligence in Education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29, pp. 189–216, Jan. 2019.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https://doi.org/10.1007/s40593-018-00173-9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S. Shravan Kumar, K. B. Bhimsingh, T. K. Kaushlendra, A. P. Chitnis, V. H. Salvi, A. S. Patil, M. Parate, and S. Sharma, “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Revolutionizing Resume Building with Intelligent ATS Optimization to Boost Career Development and Employability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on Advanced Computer Theory and Engineering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1, 2025.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https://journals.mriindia.com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3*426"/>
  <p:tag name="TABLE_ENDDRAG_RECT" val="6*113*953*4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2141</Words>
  <Application>Microsoft Office PowerPoint</Application>
  <PresentationFormat>Widescreen</PresentationFormat>
  <Paragraphs>212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FLOWGRAPH: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ROADMAP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22MH1A05B5 ...</cp:lastModifiedBy>
  <cp:revision>61</cp:revision>
  <dcterms:created xsi:type="dcterms:W3CDTF">2021-02-05T14:09:00Z</dcterms:created>
  <dcterms:modified xsi:type="dcterms:W3CDTF">2026-02-04T15:58:26Z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075486BC01E3466EBF4C5DB8B65F2795_13</vt:lpwstr>
  </property>
  <property fmtid="{D5CDD505-2E9C-101B-9397-08002B2CF9AE}" pid="3" name="KSOProductBuildVer">
    <vt:lpwstr>2057-12.2.0.23149</vt:lpwstr>
  </property>
</Properties>
</file>