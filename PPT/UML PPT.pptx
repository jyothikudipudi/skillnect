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</p:sldMasterIdLst>
  <p:notesMasterIdLst>
    <p:notesMasterId r:id="rId17"/>
  </p:notesMasterIdLst>
  <p:sldIdLst>
    <p:sldId id="271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3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4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0485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10486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048614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0486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10486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048619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048620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04862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104862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2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048625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048626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04862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048628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04862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104863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3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04858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104859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104863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3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048636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048637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04863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104863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4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04860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04860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04860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104860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0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04860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0486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10486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04859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0485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10485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C1078-46ED-40F9-8930-935BAD7C2B02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GB"/>
              <a:t>UML DIAGRAMS </a:t>
            </a:r>
            <a:endParaRPr lang="en-US" altLang="zh-CN"/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GB" dirty="0"/>
              <a:t>SKILLNECT</a:t>
            </a: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7D4DB9-5562-34E4-BA19-6BFA06498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441" y="877201"/>
            <a:ext cx="4711959" cy="54844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1B81C4-AEF2-ADF6-A081-9A5557BF45DC}"/>
              </a:ext>
            </a:extLst>
          </p:cNvPr>
          <p:cNvSpPr txBox="1"/>
          <p:nvPr/>
        </p:nvSpPr>
        <p:spPr>
          <a:xfrm>
            <a:off x="2514600" y="287180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SkillNect – Use Case Diagram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39BE05-A188-21E4-B00B-BD1FC8864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44" y="764553"/>
            <a:ext cx="7191111" cy="60934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C3104F-6652-DACF-CA48-1A5E538D5A5E}"/>
              </a:ext>
            </a:extLst>
          </p:cNvPr>
          <p:cNvSpPr txBox="1"/>
          <p:nvPr/>
        </p:nvSpPr>
        <p:spPr>
          <a:xfrm>
            <a:off x="2575249" y="395221"/>
            <a:ext cx="446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        SkillNect   Activity Diagram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48E54D-D2DF-49D4-EFE4-94F21C795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93" y="523875"/>
            <a:ext cx="7743825" cy="5810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A64D3E-6E41-85B8-850C-85ED937506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506" y="1126282"/>
            <a:ext cx="7277100" cy="5295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F54598-E1C7-6720-26D2-B0A6BAADD8CA}"/>
              </a:ext>
            </a:extLst>
          </p:cNvPr>
          <p:cNvSpPr txBox="1"/>
          <p:nvPr/>
        </p:nvSpPr>
        <p:spPr>
          <a:xfrm>
            <a:off x="2416629" y="569167"/>
            <a:ext cx="417078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/>
              <a:t>            SkillNect – Sequence Diagram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BBD26D-7CFF-093E-C613-635F4E156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662" y="1167882"/>
            <a:ext cx="4264090" cy="50381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4D3399-72F5-3F1A-8743-3CAB6266F7BA}"/>
              </a:ext>
            </a:extLst>
          </p:cNvPr>
          <p:cNvSpPr txBox="1"/>
          <p:nvPr/>
        </p:nvSpPr>
        <p:spPr>
          <a:xfrm>
            <a:off x="2565918" y="559837"/>
            <a:ext cx="400283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/>
              <a:t> SkillNect – Communication Diagram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B346EF-0433-80E6-8E8A-588D91E080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337" y="1070299"/>
            <a:ext cx="6029325" cy="5295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8B1A19-0B6F-DE0A-4701-3261017BE1AE}"/>
              </a:ext>
            </a:extLst>
          </p:cNvPr>
          <p:cNvSpPr txBox="1"/>
          <p:nvPr/>
        </p:nvSpPr>
        <p:spPr>
          <a:xfrm>
            <a:off x="2351314" y="578498"/>
            <a:ext cx="500120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/>
              <a:t>SkillNect  Interaction Diagram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6E5C09-11F5-1DCF-73FB-3B85D3B7D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8" y="1186445"/>
            <a:ext cx="5736383" cy="47975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E16F96-42D6-E412-E6E4-8D7702A33F6E}"/>
              </a:ext>
            </a:extLst>
          </p:cNvPr>
          <p:cNvSpPr txBox="1"/>
          <p:nvPr/>
        </p:nvSpPr>
        <p:spPr>
          <a:xfrm>
            <a:off x="2062065" y="513184"/>
            <a:ext cx="482392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/>
              <a:t>                SkillNect – Timing Diagram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517D2C-9345-62C9-B60F-9E3203A0D4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135" y="1754156"/>
            <a:ext cx="8154956" cy="3825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5A6F8A-F25F-4A99-96C1-59DC6E2787E1}"/>
              </a:ext>
            </a:extLst>
          </p:cNvPr>
          <p:cNvSpPr txBox="1"/>
          <p:nvPr/>
        </p:nvSpPr>
        <p:spPr>
          <a:xfrm>
            <a:off x="2761861" y="998376"/>
            <a:ext cx="4189445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/>
              <a:t>    SkillNect – Class Diagram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62B4BC-2D8E-AD50-C60C-CED712225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67" y="1081031"/>
            <a:ext cx="5486399" cy="50435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C4EC74-E797-FE25-E5C0-32AFDB365F7D}"/>
              </a:ext>
            </a:extLst>
          </p:cNvPr>
          <p:cNvSpPr txBox="1"/>
          <p:nvPr/>
        </p:nvSpPr>
        <p:spPr>
          <a:xfrm>
            <a:off x="2827176" y="606490"/>
            <a:ext cx="375090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/>
              <a:t>SkillNect – Object Diagram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0A27C3-CE41-6CAC-6D51-40A4541E2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963" y="756639"/>
            <a:ext cx="6494106" cy="52541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206B6E-7719-1E2E-FFF9-FAD8EA205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02" y="553608"/>
            <a:ext cx="8154913" cy="51287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E65FC3-3330-509E-65F0-E315D2B6B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58" y="911542"/>
            <a:ext cx="8494883" cy="46774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94BF27-C28A-0531-7CB2-C6C362CA0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3" y="223390"/>
            <a:ext cx="9050013" cy="64112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E42C1D-0F32-47DF-1CE9-F63D454E91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20" y="2391203"/>
            <a:ext cx="8192278" cy="20755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</Words>
  <Application>Microsoft Office PowerPoint</Application>
  <PresentationFormat>On-screen Show (4:3)</PresentationFormat>
  <Paragraphs>10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UML DIAGRAMS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RMX3750</dc:creator>
  <cp:lastModifiedBy>22MH1A05B5 ...</cp:lastModifiedBy>
  <cp:revision>1</cp:revision>
  <dcterms:created xsi:type="dcterms:W3CDTF">2015-05-11T22:30:45Z</dcterms:created>
  <dcterms:modified xsi:type="dcterms:W3CDTF">2026-02-04T06:11:08Z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aa8cb4e5faed44e893767f98eb31ad48</vt:lpwstr>
  </property>
</Properties>
</file>